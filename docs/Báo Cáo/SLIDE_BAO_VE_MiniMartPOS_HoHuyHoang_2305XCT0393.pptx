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C:/Users/xnovh/Desktop/MiniMartPOSDATTCT07/docs/Báo Cáo/diagrams/logo_hungv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415245"/>
            <a:ext cx="1060704" cy="9983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36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HÙNG VƯƠNG TP. HỒ CHÍ MINH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KỸ THUẬT VÀ CÔNG NGHỆ  ·  ĐỒ ÁN CÔNG NGHỆ PHẦN MỀM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2128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TÍCH, THIẾT KẾ, XÂY DỰNG VÀ TRIỂN KHAI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POS CHO CỬA HÀNG TIỆN LỢI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QUẢN LÝ CHUỖI NHIỀU CỬA HÀNG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3712464"/>
            <a:ext cx="2560320" cy="0"/>
          </a:xfrm>
          <a:prstGeom prst="line">
            <a:avLst/>
          </a:prstGeom>
          <a:noFill/>
          <a:ln w="12700">
            <a:solidFill>
              <a:srgbClr val="3E6E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8587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Hồ Huy Hoàng — MSSV 2305XCT0393</a:t>
            </a:r>
            <a:endParaRPr lang="en-US" sz="13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……………………………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TP. Hồ Chí Minh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 cục 6 phần theo báo cáo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52704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1872" y="13990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đề tài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61872" y="1728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cảnh, mục tiêu, phạm vi nghiên cứu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56048" y="1527048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59552" y="13990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59552" y="172821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FEFO, lợi nhuận gộp, toàn vẹn giao dịch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05456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275234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1872" y="2624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&amp; thiết kế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61872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trúc, CSDL 28 bảng, kho ↔ kệ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05456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505456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4956048" y="2752344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2752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59552" y="26243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559552" y="2953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bán hàng, đa cửa hàng, bảo mật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730752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397764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61872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đánh giá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261872" y="4178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56/56 unit test, 13 kịch bản tích hợp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30752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30752"/>
            <a:ext cx="64008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Shape 39"/>
          <p:cNvSpPr/>
          <p:nvPr/>
        </p:nvSpPr>
        <p:spPr>
          <a:xfrm>
            <a:off x="4956048" y="397764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59552" y="38496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phát triển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559552" y="4178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quả, hạn chế, lộ trình tiếp theo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TỔNG QUAN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và lý do chọn đề tài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 tiện lợi: nhiều mặt hàng, giao dịch dày, hạn sử dụng ngắn, nhiều ca luân phiên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sổ sách/Excel: tính tiền chậm, không nắm tồn kho – kệ, hàng cận hạn không được cảnh báo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đối soát tiền mặt – chuyển khoản theo ca; không tổng hợp được doanh thu, lãi theo mặt hàng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thành CHUỖI: cần dùng chung danh mục – giá – khuyến mãi nhưng tách bạch tồn kho, ca, doanh thu từng cửa hàng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4663440" cy="566928"/>
          </a:xfrm>
          <a:prstGeom prst="rect">
            <a:avLst/>
          </a:prstGeom>
          <a:solidFill>
            <a:srgbClr val="D7EAE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0416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một website POS quản trị tập trung, dữ liệu thời gian thực cho cả chuỗi.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1371600"/>
            <a:ext cx="3246120" cy="3236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371600"/>
            <a:ext cx="64008" cy="32369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THỰC TẾ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90195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Siêu thị tiện lợi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138 Mini Mart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Nguyễn Sơn, Phú Thọ Hòa, TP. Hồ Chí Minh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090672"/>
            <a:ext cx="2651760" cy="0"/>
          </a:xfrm>
          <a:prstGeom prst="line">
            <a:avLst/>
          </a:prstGeom>
          <a:noFill/>
          <a:ln w="12700">
            <a:solidFill>
              <a:srgbClr val="CBD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2186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thu thập thông tin thiết kế website POS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lấy trực tiếp từ vận hành thật của cửa hàng — không phải đề bài giả định.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TỔNG QUAN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và phạm vi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POS hoàn chỉnh cho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cửa hàng tiện lợi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nhập kho theo lô → lên kệ → bán hàng quét mã vạch → thanh toán tiền mặt/QR → in hóa đơn → báo cáo doanh thu –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gộp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theo từng cửa hàng và toàn chuỗi.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3504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CSDL chuẩn 3NF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view suy tồn kho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78608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78608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912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724912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phân tầng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⊃ MANAGER ⊃ STAFF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0016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56/56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PASS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(mvn test)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2084832"/>
            <a:ext cx="186537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2084832"/>
            <a:ext cx="64008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22128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967728" y="27432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theo chức năng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6393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phạm vi: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tại quầy cho chuỗi nhiều cửa hàng; kho ↔ kệ theo lô/HSD; khuyến mãi; tích điểm; VietQR đối soát tự động; báo cáo &amp; phân tích dữ liệu.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 phạm vi: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hàng online/giao hàng, trả hàng sau bán, kế toán công nợ chi tiết.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nền tảng lý thuyết then chốt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" y="1536192"/>
            <a:ext cx="31089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thay vì FIFO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665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có hạn sử dụng: lô HẾT HẠN TRƯỚC được xuất trước (First Expired – First Out)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 quá hạn bị loại khỏi phân bổ bán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vết từng đơn vị bán ra thuộc lô nhập nào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11296" y="1536192"/>
            <a:ext cx="310896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nhuận gộp ≠ lợi nhuận ròng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1129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gộp = doanh thu − giá vốn, COGS đích danh theo đúng lô đã bán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ròng phải trừ thêm chi phí vận hành — hệ thống chưa quản lý phần này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báo cáo dùng đúng thuật ngữ “lợi nhuận gộp”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5603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25880"/>
            <a:ext cx="64008" cy="3154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45936" y="1536192"/>
            <a:ext cx="310896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19568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vẹn giao dịch đồng thời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260604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hóa đơn nhiều bước ghi nằm trong MỘT transaction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bi quan khi hai quầy bán cùng một mặt hàng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chống thu tiền hai lần khi mạng chập chờn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THIẾT KẾ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hệ thống Client–Server tách lớp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một trang: thao tác bán hàng không tải lại trang, phản hồi nhanh tại quầy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— JWT ký HMAC, hạn 24 giờ; phân quyền @PreAuthorize + Role Hierarchy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bì phản hồi ApiResponse thống nhất cho tất cả endpoint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ngoài: VietQR + WEB2M đối soát chuyển khoản tự động, Telegram cảnh báo, xuất PDF/Excel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nền @Scheduled: đối soát QR, tổng hợp doanh thu ngày (daily rollup) lúc 00:30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298448"/>
            <a:ext cx="47091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481328"/>
            <a:ext cx="3611880" cy="676656"/>
          </a:xfrm>
          <a:prstGeom prst="rect">
            <a:avLst/>
          </a:prstGeom>
          <a:solidFill>
            <a:srgbClr val="D7EAE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481328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(Vite)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Quản trị · Dashboard — Axios + JWT interceptor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7648" y="2157984"/>
            <a:ext cx="0" cy="25603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46520" y="21305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/api/** · Bearer JWT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414016"/>
            <a:ext cx="3611880" cy="676656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2414016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· Security + Transaction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7648" y="3090672"/>
            <a:ext cx="0" cy="25603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4652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· JDBC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3346704"/>
            <a:ext cx="3611880" cy="676656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26280" y="3346704"/>
            <a:ext cx="361188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28 bảng + 6 view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· GENERATED · VIEW · khóa dòng InnoDB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tiết: Hình 3.3 trong báo cáo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THIẾT KẾ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CSDL 3NF và tồn kho hai tầng KHO ↔ KỆ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bảng chuẩn 3NF, 41 chỉ mục theo trục truy vấn nóng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lưu cột tồn kho — tồn suy ra qua VIEW từ chứng từ gốc, loại bỏ nguyên nhân phổ biến nhất gây lệch số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từ bất biến (append-only): phiếu nhập, hóa đơn, sổ cái điểm, audit log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phiếu nhập kiêm vai trò LÔ HÀNG: mang giá nhập + hạn sử dụng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lô – một kệ”: đơn giản hóa thiết kế CÓ CHỦ ĐÍCH — đã nêu rõ giới hạn + hướng khắc phục (bảng phân bổ nhiều-nhiều)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298448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5166360" y="1481328"/>
            <a:ext cx="3154680" cy="548640"/>
          </a:xfrm>
          <a:prstGeom prst="rect">
            <a:avLst/>
          </a:prstGeom>
          <a:solidFill>
            <a:srgbClr val="D7EAE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6360" y="1481328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— in_warehouse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theo lô từ phiếu nhập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2029968"/>
            <a:ext cx="0" cy="36576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09560" y="2029968"/>
            <a:ext cx="0" cy="36576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5742432" y="2011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 kệ — shelf_transfers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kho — shelf_returns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2395728"/>
            <a:ext cx="315468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KỆ — on_shelf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chỉ bán phần hàng trên kệ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2944368"/>
            <a:ext cx="0" cy="34747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760720" y="29809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— invoice_item_batches (FEFO)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66360" y="3291840"/>
            <a:ext cx="3154680" cy="548640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 ĐƠN — phân bổ đúng lô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vốn đích danh, hủy thì tồn tự hoàn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0416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= VIEW suy từ chứng từ, không lưu cột tồn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Luồng bán hàng: FEFO và toàn vẹn đồng thời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64008" cy="3383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" y="15270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" y="1892808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148132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vạch — giá bán do máy chủ quyết định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4944" y="21305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77824" y="2496312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208483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sản phẩm (id tăng dần) + kiểm tồn TRÊN KỆ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" y="273405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7824" y="3099816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2688336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lô FEFO — loại lô quá hạn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" y="3337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" y="3703320"/>
            <a:ext cx="0" cy="237744"/>
          </a:xfrm>
          <a:prstGeom prst="line">
            <a:avLst/>
          </a:prstGeom>
          <a:noFill/>
          <a:ln w="19050">
            <a:solidFill>
              <a:srgbClr val="9C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329184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hóa đơn + điểm + lượt KM trong 1 transaction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4944" y="394106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07008" y="389534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hóa đơn PDF / tạo QR chờ đối soát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146304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UNIQUE: bấm thanh toán lại chỉ nhận đúng hóa đơn cũ — chống thu tiền hai lần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tồn tại thời điểm ghi → ROLLBACK toàn bộ, trả 409 — không cho phép bán vượt tồn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theo id tăng dần → tránh chu trình chờ, giảm mạnh nguy cơ deadlock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trong giá: thuế = A × r/(100+r), phân bổ theo tỉ lệ sau giảm giá</a:t>
            </a:r>
            <a:endParaRPr lang="en-US" sz="11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bằng 9 unit test bán hàng: FEFO 2 lô, VAT, 409, idempotency, đổi điểm…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Đa cửa hàng, phân quyền phân tầng và bảo mật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88720" y="1481328"/>
            <a:ext cx="2194560" cy="841248"/>
          </a:xfrm>
          <a:prstGeom prst="rect">
            <a:avLst/>
          </a:prstGeom>
          <a:solidFill>
            <a:srgbClr val="0B3B36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1481328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chuỗi — danh mục, giá, khuyến mãi, cấu hình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505456"/>
            <a:ext cx="2926080" cy="84124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05456"/>
            <a:ext cx="29260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cửa hàng — kho, ca, báo cáo, hủy hóa đơn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3657600" cy="841248"/>
          </a:xfrm>
          <a:prstGeom prst="rect">
            <a:avLst/>
          </a:prstGeom>
          <a:solidFill>
            <a:srgbClr val="1B8A80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9584"/>
            <a:ext cx="36576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 thu ngân — bán hàng trong ca của mình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1417320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Role Hierarchy: quyền cấp trên bao trùm cấp dưới, khai báo tại một nơi duy nhất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StoreContext (ThreadLocal): mọi truy vấn tự lọc theo store_id — cô lập dữ liệu giữa các cửa hàng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assertSameStore chặn IDOR: nhân viên cửa hàng A không đọc/sửa được dữ liệu cửa hàng B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hàng INACTIVE → chặn đăng nhập nhân viên cửa hàng đó (BR-16)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 24h; khóa 60 giây sau 5 lần sai, khóa IP sau 20 lần — chống brute-force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thao tác nhạy cảm: hủy hóa đơn, đổi giá, đóng/mở cửa hàng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XÂY DỰNG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dữ liệu hỗ trợ quyết định nhập hàng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AN TOÀN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z · σ · √L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1214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theo nhóm ABC: A 2,05 · B 1,65 · C 1,28 — phân loại ABC (giá trị) × XYZ (độ ổn định) quyết định mức phục vụ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71600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ĐẶT HÀNG LẠI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 = d̄ · L + 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1214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d̄: nhu cầu bình quân/ngày, L: lead time — tồn chạm ROP là hệ thống gợi ý nhập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35808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35808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 ĐẶT KINH TẾ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= √(2DS/H)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3785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trần 60 ngày bán để tránh ôm hàng cận hạn sử dụng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35808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35808"/>
            <a:ext cx="6400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MUA KÈM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lift(A→B) = P(A∩B) / (P(A)·P(B))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3785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&gt; 1: hay được mua cùng — xếp hạng bằng tỉ số rút gọn khi A cố định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Màn hình bán hàng POS và bảng điều khiển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0" descr="C:/Users/xnovh/Desktop/MiniMartPOSDATTCT07/frontend/shots/05-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3332"/>
            <a:ext cx="3730752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— quét mã vạch, giỏ hàng, thanh toán tiền mặt/QR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C:/Users/xnovh/Desktop/MiniMartPOSDATTCT07/frontend/shots/02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513332"/>
            <a:ext cx="3730752" cy="23317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3717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doanh thu, cảnh báo cận hạn/tồn thấp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luồng chính sẽ được demo trực tiếp trong phần trình bày.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Kho ↔ kệ và báo cáo lợi nhuận gộp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0" descr="C:/Users/xnovh/Desktop/MiniMartPOSDATTCT07/frontend/shots/04-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13332"/>
            <a:ext cx="3730752" cy="2331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theo lô/HSD — chuyển kho ↔ kệ, cảnh báo cận hạn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325880"/>
            <a:ext cx="39776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25880"/>
            <a:ext cx="64008" cy="3017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C:/Users/xnovh/AppData/Local/Temp/claude/C--Users-xnovh-Desktop-MiniMartPOSDATTCT07/d5f35bae-c3db-44df-94c7-0df994f10140/scratchpad/07-reports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675257"/>
            <a:ext cx="3730752" cy="20078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37176" y="400507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doanh thu – lợi nhuận gộp, ABC/XYZ, xuất Excel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KIỂM THỬ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ba tầng — kết quả thực tế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2651760" cy="3035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035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56/56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8368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PASS (mvn test)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6060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kịch bản tích hợp end-to-end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UI theo kịch bản demo 15 bước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16 test phân hệ lương: tổng 72/72 PASS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94360"/>
                <a:gridCol w="3108960"/>
              </a:tblGrid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kiểm thử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tiêu biểu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Bán hàng &amp; thanh toán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FEFO 2 lô, VAT trong giá, thiếu tồn → 409, idempotency, đổi điểm, 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thực &amp; brute-force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Khóa sau 5 lần sai, khóa IP, JWT trả đúng vai trò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quyền &amp; cô lập đa 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Hierarchy, StoreContext, chặn cross-store, BR-16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khớp chi tiết, xuất Excel đọc lại đối chiếu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56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mãi &amp; tiện ích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áp dụng, tiền tệ/làm tròn, sinh mã, VietQR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KẾT LUẬN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 và hạn chế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977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1810512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POS chạy đủ luồng nghiệp vụ đầu-cuối cho chuỗi nhiều cửa hàng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Tồn kho suy từ chứng từ qua VIEW — loại bỏ nguyên nhân chính gây lệch tồn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FEFO theo lô/HSD + giá vốn đích danh từng lô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bi quan, idempotency, chứng từ bất biến — kiểm chứng bằng test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Docker Compose, kịch bản demo 15 bước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3977640" cy="3291840"/>
          </a:xfrm>
          <a:prstGeom prst="rect">
            <a:avLst/>
          </a:prstGeom>
          <a:solidFill>
            <a:srgbClr val="FFF8EC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25880"/>
            <a:ext cx="64008" cy="3291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28616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(nêu rõ trong báo cáo)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28616" y="1810512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dừng ở lợi nhuận GỘP — chưa quản lý chi phí vận hành để tính lợi nhuận ròng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“Một lô – một kệ” là đơn giản hóa: bày 1 lô ở 2 khu vực phải tách 2 dòng nhập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bán online, trả hàng sau bán, upload ảnh sản phẩm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QR phụ thuộc dịch vụ bên thứ ba (WEB2M) — demo dùng giả lập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đơn nút, chưa cân bằng tải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2801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6 · KẾT LUẬN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MiniMart POS — Bảo vệ đồ án Công nghệ phần mềm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4846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1371600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137160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phân bổ lô – kệ nhiều-nhiều (batch_shelf_allocations) — gỡ giới hạn “một lô một kệ”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08483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2029968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202996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chi phí vận hành → tính được lợi nhuận RÒNG thật sự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2688336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2688336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 vụ trả hàng/hoàn tiền sau bán, upload ảnh sản phẩm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3346704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17320" y="334670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bán online + đồng bộ tồn kho với POS tại quầy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4005072"/>
            <a:ext cx="74980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B3B3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17320" y="400507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nhiều nút, cân bằng tải, nhân bản CSDL cho chuỗi lớn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XIN CHÂN THÀNH CẢM ƠN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Quý thầy cô và hội đồng đã lắng nghe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2560320" cy="0"/>
          </a:xfrm>
          <a:prstGeom prst="line">
            <a:avLst/>
          </a:prstGeom>
          <a:noFill/>
          <a:ln w="12700">
            <a:solidFill>
              <a:srgbClr val="3E6E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sẵn sàng trả lời câu hỏi của hội đồng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Huy Hoàng — MSSV 2305XCT0393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Công nghệ phần mềm · MiniMart POS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Bảo vệ đồ án MiniMart POS</dc:title>
  <dc:subject>PptxGenJS Presentation</dc:subject>
  <dc:creator>Hồ Huy Hoàng</dc:creator>
  <cp:lastModifiedBy>Hồ Huy Hoàng</cp:lastModifiedBy>
  <cp:revision>1</cp:revision>
  <dcterms:created xsi:type="dcterms:W3CDTF">2026-08-05T10:51:47Z</dcterms:created>
  <dcterms:modified xsi:type="dcterms:W3CDTF">2026-08-05T10:51:47Z</dcterms:modified>
</cp:coreProperties>
</file>